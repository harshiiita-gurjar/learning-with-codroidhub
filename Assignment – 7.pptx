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9212B-B857-798F-CBCE-9C594C324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E6B89A-1C23-4CF2-7376-0BA23099E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1D679-D420-1421-1176-AC1841A4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FFCA-F427-4984-83B8-AC308BACC4E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7B9A1-24C3-51BF-A619-6804451C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82D48-E090-B917-9AF5-8FB333862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538A0-C9F8-4147-9D70-CEC8B5488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17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1B277-E31E-C976-4288-1C761A650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7EFF4-3135-B00C-71C6-5D001C6E3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8CDCD-047A-FF99-3A9F-2AD71409A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FFCA-F427-4984-83B8-AC308BACC4E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1E072-CCF5-4B0E-D321-F7F9C4BB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EF6C4-00A4-F05C-5F07-232F7F20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538A0-C9F8-4147-9D70-CEC8B5488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09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99DBF-5707-4ECB-6D78-51B8FB61E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1026E-5E52-F38B-5F29-98E0DB447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CD1D4-56F6-9555-AA78-055369D78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FFCA-F427-4984-83B8-AC308BACC4E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741B3-BCCB-2E73-0487-D3C74206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30858-9F78-09CA-3266-87215C6D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538A0-C9F8-4147-9D70-CEC8B5488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190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8AA00-9CAE-A543-D135-EE5422115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D46A4-2E17-8E3B-EF9B-BFE9B0569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57B49-1388-5D86-3E0E-7FD07E9C0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E0170-23B0-61EE-8591-50F1CDC4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FFCA-F427-4984-83B8-AC308BACC4E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4ED0F-ACAD-01A4-AE9D-F58BF544A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6DF74-5730-2B3C-0C59-3C475C49B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538A0-C9F8-4147-9D70-CEC8B5488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290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CE98-BCDC-F1C9-3422-FD1DDA0DA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EE782-1C3F-670C-C678-135D65026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ABF3D-5812-D4D5-2F6B-EDA0128B8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3FF128-C0B3-77C7-4A9D-D6A985DE88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B1035-E0C1-C2A7-440B-7C98315E1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FB722C-7605-EEC2-478D-2A59A989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FFCA-F427-4984-83B8-AC308BACC4E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1BCA24-03BA-01AF-7DC4-DE3FDAD72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0A2C5B-DDAE-BA46-904E-016E9401B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538A0-C9F8-4147-9D70-CEC8B5488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915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0BA52-ECB8-CCBC-2D7D-949856DD4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2846C3-AA2D-B7B9-0905-28CF022CA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FFCA-F427-4984-83B8-AC308BACC4E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13D74-73EB-1476-0AD3-05878390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C9ABD-5E99-E380-EEB4-1006F355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538A0-C9F8-4147-9D70-CEC8B5488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609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0182AE-95B5-8F4E-CAF9-36DED72FC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FFCA-F427-4984-83B8-AC308BACC4E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9C214E-1FB6-8A37-8891-6B7DB9DB1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F15B6-8492-9C88-42F0-F7C776CAF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538A0-C9F8-4147-9D70-CEC8B5488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055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F599C-AD8F-9744-9D91-984678B4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D3DB6-F858-DB9E-039A-C7C157D5F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A792E-8C70-9BEC-156F-A416323D9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C72FF-3611-8559-CC7C-9485129BA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FFCA-F427-4984-83B8-AC308BACC4E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0D137-88B8-8C2B-25F3-1AA6989E9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ED86F-A2EE-04A1-BD23-398F8AE98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538A0-C9F8-4147-9D70-CEC8B5488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990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6950D-AAB1-0105-7070-C7C2792B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190618-0373-2783-76FF-90ABCEC76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5BD7C-F36B-7566-A6A4-D71217446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FBFBD-101B-3B0F-1533-F7CEBD837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FFCA-F427-4984-83B8-AC308BACC4E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FFEF8-C778-3104-5AC0-B1FAEC106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870DA-91EE-7643-8952-59DDDE9A5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538A0-C9F8-4147-9D70-CEC8B5488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839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8CE2A-EA3A-E34F-75A3-CB7EF23EF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EC6ED6-5D1F-792F-9DA9-412392820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61313-A7FB-5A32-4A98-90CB4625D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FFCA-F427-4984-83B8-AC308BACC4E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E6C38-1169-67FD-3C53-4F46F473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0138-0FF9-3F85-DF7D-7F6EA7A18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538A0-C9F8-4147-9D70-CEC8B5488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839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D11866-9E89-98F7-CDC5-DC7C4D5A1D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FF1E6-67A3-32DD-CD0F-BA611D9E4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D7C56-4E14-7887-E1D9-96D7772C2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FFCA-F427-4984-83B8-AC308BACC4E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919AA-B447-84E9-C402-7AA9934E6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E2CE0-53FF-AE24-DB93-431C87F24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538A0-C9F8-4147-9D70-CEC8B5488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89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BFB442-DE77-277A-5C9E-64A41FE46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23B27-C906-F1D2-7E5E-A3708AB3B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398B4-751F-404E-24F2-FBF0FADBC7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CFFCA-F427-4984-83B8-AC308BACC4E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467F1-D95A-BB8D-E1ED-88209AA89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AF0E5-2A40-3FEE-9AE7-75C2B7FCF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538A0-C9F8-4147-9D70-CEC8B5488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58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1C1CE-B0B8-33D9-EB2E-A24294AB6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2400" dirty="0"/>
              <a:t>Assignment – 7</a:t>
            </a: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r>
              <a:rPr lang="en-US" sz="2400" dirty="0"/>
              <a:t>Q1. Create view </a:t>
            </a:r>
            <a:r>
              <a:rPr lang="en-US" sz="2400" dirty="0" err="1"/>
              <a:t>WeakStudent</a:t>
            </a:r>
            <a:r>
              <a:rPr lang="en-US" sz="2400" dirty="0"/>
              <a:t> on Student whose GPA is less than 3.7. 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1FE6C7-6E53-C873-F456-4BF08C4F2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982606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A81C-F25B-8F64-C8AE-D0433AD2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Q2. Create a view </a:t>
            </a:r>
            <a:r>
              <a:rPr lang="en-US" sz="2400" dirty="0" err="1"/>
              <a:t>cView</a:t>
            </a:r>
            <a:r>
              <a:rPr lang="en-US" sz="2400" dirty="0"/>
              <a:t> on college (containing all the columns) and rename the column </a:t>
            </a:r>
            <a:r>
              <a:rPr lang="en-US" sz="2400" dirty="0" err="1"/>
              <a:t>cName</a:t>
            </a:r>
            <a:r>
              <a:rPr lang="en-US" sz="2400" dirty="0"/>
              <a:t> as </a:t>
            </a:r>
            <a:r>
              <a:rPr lang="en-US" sz="2400" dirty="0" err="1"/>
              <a:t>collegeName</a:t>
            </a:r>
            <a:r>
              <a:rPr lang="en-US" sz="2400" dirty="0"/>
              <a:t> and enrollment as seats respectively.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ED3632-0CCF-EBC0-5B9B-1A9BCA893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23994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7C03A-90AB-B005-8D70-BEA46A05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Q3. Create view </a:t>
            </a:r>
            <a:r>
              <a:rPr lang="en-US" sz="2400" dirty="0" err="1"/>
              <a:t>CSaccept</a:t>
            </a:r>
            <a:r>
              <a:rPr lang="en-US" sz="2400" dirty="0"/>
              <a:t> having IDs and college of student who applied to CS major and their application is accepted. 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6BC2FD-D6BF-D887-852B-E9C86FDACD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473335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EAE6-6CB5-E466-E7E3-C0A67C1D3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Q4. Create view </a:t>
            </a:r>
            <a:r>
              <a:rPr lang="en-US" sz="2400" dirty="0" err="1"/>
              <a:t>CSberkeley</a:t>
            </a:r>
            <a:r>
              <a:rPr lang="en-US" sz="2400" dirty="0"/>
              <a:t> having IDs, name, GPA, </a:t>
            </a:r>
            <a:r>
              <a:rPr lang="en-US" sz="2400" dirty="0" err="1"/>
              <a:t>sizeHS</a:t>
            </a:r>
            <a:r>
              <a:rPr lang="en-US" sz="2400" dirty="0"/>
              <a:t> of those student who are accepted in CS at Berkeley and comes from High School that is greater than 500. (Instruction: You are required to use view </a:t>
            </a:r>
            <a:r>
              <a:rPr lang="en-US" sz="2400" dirty="0" err="1"/>
              <a:t>CSaccept</a:t>
            </a:r>
            <a:r>
              <a:rPr lang="en-US" sz="2400" dirty="0"/>
              <a:t> in this query with Student table for joining)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C5DE07-02A3-8805-F9BD-9ADB916CDC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106913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C425-5681-470C-AF2D-4EF8474E1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Q5. Display information about student in </a:t>
            </a:r>
            <a:r>
              <a:rPr lang="en-US" sz="2400" dirty="0" err="1"/>
              <a:t>CSberk</a:t>
            </a:r>
            <a:r>
              <a:rPr lang="en-US" sz="2400" dirty="0"/>
              <a:t> having GPA greater than 3.8. 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627BBE-4E6F-80FF-4ACF-421D421F8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925736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C292D-C1F8-A07C-69F1-065DE74A0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Q6. Drop view </a:t>
            </a:r>
            <a:r>
              <a:rPr lang="en-IN" sz="2400" dirty="0" err="1"/>
              <a:t>CSaccept</a:t>
            </a:r>
            <a:r>
              <a:rPr lang="en-IN" sz="2400" dirty="0"/>
              <a:t>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6C2A27-8454-8AAD-E5C3-F1229E0127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198970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0CECA-6133-63D6-AC37-C77E4E4B1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Q7. Display all student in </a:t>
            </a:r>
            <a:r>
              <a:rPr lang="en-US" sz="2400" dirty="0" err="1"/>
              <a:t>CSberkeley</a:t>
            </a:r>
            <a:r>
              <a:rPr lang="en-US" sz="2400" dirty="0"/>
              <a:t>. 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022D56-5485-EA97-A36F-D12E050E8E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4291264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BA89-6E94-A66D-98C4-E1AA17045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Q8. Update GPA by 0.8 of students in view </a:t>
            </a:r>
            <a:r>
              <a:rPr lang="en-US" sz="2400" dirty="0" err="1"/>
              <a:t>WeakStudent</a:t>
            </a:r>
            <a:r>
              <a:rPr lang="en-US" sz="2400" dirty="0"/>
              <a:t> who having high school size greater than 1000.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C1F420-A4D7-722E-4FC9-A7C358BDF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4230356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2F36-0F9F-3934-A9C1-FEE11BF85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080E34-3E79-8161-DEC2-081A36501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783956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9650F-03BC-D6A3-6167-E1D3202E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Q9. Create a view </a:t>
            </a:r>
            <a:r>
              <a:rPr lang="en-US" sz="2400" dirty="0" err="1"/>
              <a:t>AppCount</a:t>
            </a:r>
            <a:r>
              <a:rPr lang="en-US" sz="2400" dirty="0"/>
              <a:t> which contains </a:t>
            </a:r>
            <a:r>
              <a:rPr lang="en-US" sz="2400" dirty="0" err="1"/>
              <a:t>sID</a:t>
            </a:r>
            <a:r>
              <a:rPr lang="en-US" sz="2400" dirty="0"/>
              <a:t> of Student and number of applications they filed. Name the column </a:t>
            </a:r>
            <a:r>
              <a:rPr lang="en-US" sz="2400" dirty="0" err="1"/>
              <a:t>sID</a:t>
            </a:r>
            <a:r>
              <a:rPr lang="en-US" sz="2400" dirty="0"/>
              <a:t> and </a:t>
            </a:r>
            <a:r>
              <a:rPr lang="en-US" sz="2400" dirty="0" err="1"/>
              <a:t>NoOfApp</a:t>
            </a:r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D5EC1B-AD1E-6671-0FCF-BB577CD299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31205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CEFD4-1A05-8024-E9EF-B086E6239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Q10. Update </a:t>
            </a:r>
            <a:r>
              <a:rPr lang="en-US" sz="2400" dirty="0" err="1"/>
              <a:t>NoOfApp</a:t>
            </a:r>
            <a:r>
              <a:rPr lang="en-US" sz="2400" dirty="0"/>
              <a:t> so that </a:t>
            </a:r>
            <a:r>
              <a:rPr lang="en-US" sz="2400" dirty="0" err="1"/>
              <a:t>sID</a:t>
            </a:r>
            <a:r>
              <a:rPr lang="en-US" sz="2400" dirty="0"/>
              <a:t> 234 contains 4 applications. 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26DB16-3D56-7935-ED5D-C4528902F4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950629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0A963-8974-1835-AA09-4E78AEF65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Q11. Create a view </a:t>
            </a:r>
            <a:r>
              <a:rPr lang="en-US" sz="2400" dirty="0" err="1"/>
              <a:t>StuName</a:t>
            </a:r>
            <a:r>
              <a:rPr lang="en-US" sz="2400" dirty="0"/>
              <a:t> contain student name and their GPA. Is this View Updatable? If not specify why.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D71E7A-C891-2B8E-739D-AAD298046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468553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4FD2F-C263-091E-BC27-458B63D2C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364DFA-14A0-4888-814A-4BBE99D69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805237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E742-4CB5-52BB-A99D-39B322B0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Q12. Create view </a:t>
            </a:r>
            <a:r>
              <a:rPr lang="en-US" sz="2400" dirty="0" err="1"/>
              <a:t>studentHS</a:t>
            </a:r>
            <a:r>
              <a:rPr lang="en-US" sz="2400" dirty="0"/>
              <a:t> having details of student comes from High School of size more than 1000 using with check option. 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15AD3E-1BF5-4B06-E3E2-3C447006A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546102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49D5F-F4ED-7300-9C2D-A1E9F49CF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Q13. Try insert detail of a new student Ram with </a:t>
            </a:r>
            <a:r>
              <a:rPr lang="en-US" sz="2400" dirty="0" err="1"/>
              <a:t>sID</a:t>
            </a:r>
            <a:r>
              <a:rPr lang="en-US" sz="2400" dirty="0"/>
              <a:t> 999 having GPA 9.9 and </a:t>
            </a:r>
            <a:r>
              <a:rPr lang="en-US" sz="2400" dirty="0" err="1"/>
              <a:t>sizeHS</a:t>
            </a:r>
            <a:r>
              <a:rPr lang="en-US" sz="2400" dirty="0"/>
              <a:t> 9999 to newly created view </a:t>
            </a:r>
            <a:r>
              <a:rPr lang="en-US" sz="2400" dirty="0" err="1"/>
              <a:t>studentHS</a:t>
            </a:r>
            <a:r>
              <a:rPr lang="en-US" sz="2400" dirty="0"/>
              <a:t>. (Comment is this view updatable?) 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8299DE-6198-EB75-252A-12B202E0B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964378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78AB-81D1-BA76-0BF9-91E2BA15F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Q14. Clerk realize he wrongly type </a:t>
            </a:r>
            <a:r>
              <a:rPr lang="en-US" sz="2400" dirty="0" err="1"/>
              <a:t>sizeHS</a:t>
            </a:r>
            <a:r>
              <a:rPr lang="en-US" sz="2400" dirty="0"/>
              <a:t> of Ramu as 9999 it is actually 999. Can you help him to update the value of </a:t>
            </a:r>
            <a:r>
              <a:rPr lang="en-US" sz="2400" dirty="0" err="1"/>
              <a:t>sizeHS</a:t>
            </a:r>
            <a:r>
              <a:rPr lang="en-US" sz="2400" dirty="0"/>
              <a:t> of Ramu.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B1829A-F6B3-6816-6931-71E42CF678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160181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6A9EE-88C4-C7F9-C1DD-994E45EC5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Q15. Now, another boy registered to our system named Ramu with </a:t>
            </a:r>
            <a:r>
              <a:rPr lang="en-US" sz="2400" dirty="0" err="1"/>
              <a:t>sID</a:t>
            </a:r>
            <a:r>
              <a:rPr lang="en-US" sz="2400" dirty="0"/>
              <a:t> 998 having GPA 9.8 and </a:t>
            </a:r>
            <a:r>
              <a:rPr lang="en-US" sz="2400" dirty="0" err="1"/>
              <a:t>sizeHS</a:t>
            </a:r>
            <a:r>
              <a:rPr lang="en-US" sz="2400" dirty="0"/>
              <a:t> 989.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586F4C-72EC-D605-00B1-52622E5C13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4175857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337</Words>
  <Application>Microsoft Office PowerPoint</Application>
  <PresentationFormat>Widescreen</PresentationFormat>
  <Paragraphs>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Assignment – 7   Q1. Create view WeakStudent on Student whose GPA is less than 3.7. </vt:lpstr>
      <vt:lpstr>Q2. Create a view cView on college (containing all the columns) and rename the column cName as collegeName and enrollment as seats respectively.</vt:lpstr>
      <vt:lpstr>Q3. Create view CSaccept having IDs and college of student who applied to CS major and their application is accepted. </vt:lpstr>
      <vt:lpstr>Q4. Create view CSberkeley having IDs, name, GPA, sizeHS of those student who are accepted in CS at Berkeley and comes from High School that is greater than 500. (Instruction: You are required to use view CSaccept in this query with Student table for joining)</vt:lpstr>
      <vt:lpstr>Q5. Display information about student in CSberk having GPA greater than 3.8. </vt:lpstr>
      <vt:lpstr>Q6. Drop view CSaccept. </vt:lpstr>
      <vt:lpstr>Q7. Display all student in CSberkeley. </vt:lpstr>
      <vt:lpstr>Q8. Update GPA by 0.8 of students in view WeakStudent who having high school size greater than 1000.</vt:lpstr>
      <vt:lpstr>PowerPoint Presentation</vt:lpstr>
      <vt:lpstr>Q9. Create a view AppCount which contains sID of Student and number of applications they filed. Name the column sID and NoOfApp.</vt:lpstr>
      <vt:lpstr>Q10. Update NoOfApp so that sID 234 contains 4 applications. </vt:lpstr>
      <vt:lpstr>Q11. Create a view StuName contain student name and their GPA. Is this View Updatable? If not specify why.</vt:lpstr>
      <vt:lpstr>PowerPoint Presentation</vt:lpstr>
      <vt:lpstr>Q12. Create view studentHS having details of student comes from High School of size more than 1000 using with check option. </vt:lpstr>
      <vt:lpstr>Q13. Try insert detail of a new student Ram with sID 999 having GPA 9.9 and sizeHS 9999 to newly created view studentHS. (Comment is this view updatable?) </vt:lpstr>
      <vt:lpstr>Q14. Clerk realize he wrongly type sizeHS of Ramu as 9999 it is actually 999. Can you help him to update the value of sizeHS of Ramu.</vt:lpstr>
      <vt:lpstr>Q15. Now, another boy registered to our system named Ramu with sID 998 having GPA 9.8 and sizeHS 989.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Harshita Gurjar</dc:creator>
  <cp:lastModifiedBy>Harshita Gurjar</cp:lastModifiedBy>
  <cp:revision>1</cp:revision>
  <dcterms:created xsi:type="dcterms:W3CDTF">2025-11-17T13:39:17Z</dcterms:created>
  <dcterms:modified xsi:type="dcterms:W3CDTF">2025-11-17T14:29:46Z</dcterms:modified>
</cp:coreProperties>
</file>